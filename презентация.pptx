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AA856-6BE7-4C52-B4A0-2A6EC60C29DB}" v="4" dt="2026-02-16T13:21:10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/>
              <a:t>ПЛАТФОРМЕР-ПРОЕКТ НА ARCADE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Ершов Ян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B4E4C-3F95-3835-84DC-D03BAC7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Введение: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B4CD2-C316-6AE6-E383-1628A4AD4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ru-RU" sz="3600"/>
              <a:t>Идея проекта: игра-платформер написанная с помощью модуля </a:t>
            </a:r>
            <a:r>
              <a:rPr lang="ru-RU" sz="3600" err="1"/>
              <a:t>arcade</a:t>
            </a:r>
            <a:r>
              <a:rPr lang="ru-RU" sz="3600"/>
              <a:t> на </a:t>
            </a:r>
            <a:r>
              <a:rPr lang="ru-RU" sz="3600" err="1"/>
              <a:t>python</a:t>
            </a:r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101261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CDF4E-FB2F-EF45-557C-BCB49AE0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B599EA-0A81-EB57-B8EC-F68740D5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19"/>
            <a:ext cx="10515600" cy="4744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/>
              <a:t>Для реализации моего проекта были использованы такие классы как:</a:t>
            </a:r>
          </a:p>
          <a:p>
            <a:pPr marL="514350" indent="-514350">
              <a:buAutoNum type="arabicParenR"/>
            </a:pPr>
            <a:r>
              <a:rPr lang="ru-RU" err="1"/>
              <a:t>StartView</a:t>
            </a:r>
            <a:r>
              <a:rPr lang="ru-RU"/>
              <a:t>(</a:t>
            </a:r>
            <a:r>
              <a:rPr lang="ru-RU" err="1"/>
              <a:t>arcade.View</a:t>
            </a:r>
            <a:r>
              <a:rPr lang="ru-RU"/>
              <a:t>) - начальный экран</a:t>
            </a:r>
          </a:p>
          <a:p>
            <a:pPr marL="514350" indent="-514350">
              <a:buAutoNum type="arabicParenR"/>
            </a:pPr>
            <a:r>
              <a:rPr lang="ru-RU" err="1"/>
              <a:t>GameOverView</a:t>
            </a:r>
            <a:r>
              <a:rPr lang="ru-RU"/>
              <a:t>(</a:t>
            </a:r>
            <a:r>
              <a:rPr lang="ru-RU" err="1"/>
              <a:t>arcade.View</a:t>
            </a:r>
            <a:r>
              <a:rPr lang="ru-RU"/>
              <a:t>) - экран поражения</a:t>
            </a:r>
          </a:p>
          <a:p>
            <a:pPr marL="514350" indent="-514350">
              <a:buAutoNum type="arabicParenR"/>
            </a:pPr>
            <a:r>
              <a:rPr lang="ru-RU" err="1"/>
              <a:t>WinView</a:t>
            </a:r>
            <a:r>
              <a:rPr lang="ru-RU"/>
              <a:t>(</a:t>
            </a:r>
            <a:r>
              <a:rPr lang="ru-RU" err="1"/>
              <a:t>arcade.View</a:t>
            </a:r>
            <a:r>
              <a:rPr lang="ru-RU"/>
              <a:t>) - экран победы</a:t>
            </a:r>
          </a:p>
          <a:p>
            <a:pPr marL="514350" indent="-514350">
              <a:buAutoNum type="arabicParenR"/>
            </a:pPr>
            <a:r>
              <a:rPr lang="ru-RU" err="1"/>
              <a:t>Enemy</a:t>
            </a:r>
            <a:r>
              <a:rPr lang="ru-RU"/>
              <a:t>(</a:t>
            </a:r>
            <a:r>
              <a:rPr lang="ru-RU" err="1"/>
              <a:t>arcade.Sprite</a:t>
            </a:r>
            <a:r>
              <a:rPr lang="ru-RU"/>
              <a:t>) - враг</a:t>
            </a:r>
          </a:p>
          <a:p>
            <a:pPr marL="514350" indent="-514350">
              <a:buAutoNum type="arabicParenR"/>
            </a:pPr>
            <a:r>
              <a:rPr lang="ru-RU" err="1"/>
              <a:t>Projectile</a:t>
            </a:r>
            <a:r>
              <a:rPr lang="ru-RU"/>
              <a:t>(</a:t>
            </a:r>
            <a:r>
              <a:rPr lang="ru-RU" err="1"/>
              <a:t>arcade.Sprite</a:t>
            </a:r>
            <a:r>
              <a:rPr lang="ru-RU"/>
              <a:t>) - снаряды</a:t>
            </a:r>
          </a:p>
          <a:p>
            <a:pPr marL="514350" indent="-514350">
              <a:buAutoNum type="arabicParenR"/>
            </a:pPr>
            <a:r>
              <a:rPr lang="ru-RU" err="1"/>
              <a:t>GameView</a:t>
            </a:r>
            <a:r>
              <a:rPr lang="ru-RU"/>
              <a:t>(</a:t>
            </a:r>
            <a:r>
              <a:rPr lang="ru-RU" err="1"/>
              <a:t>arcade.View</a:t>
            </a:r>
            <a:r>
              <a:rPr lang="ru-RU"/>
              <a:t>) - игра</a:t>
            </a:r>
          </a:p>
        </p:txBody>
      </p:sp>
    </p:spTree>
    <p:extLst>
      <p:ext uri="{BB962C8B-B14F-4D97-AF65-F5344CB8AC3E}">
        <p14:creationId xmlns:p14="http://schemas.microsoft.com/office/powerpoint/2010/main" val="402807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66192-381A-673F-2F43-413609958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097"/>
            <a:ext cx="9144000" cy="1089819"/>
          </a:xfrm>
        </p:spPr>
        <p:txBody>
          <a:bodyPr/>
          <a:lstStyle/>
          <a:p>
            <a:pPr algn="ctr"/>
            <a:r>
              <a:rPr lang="ru-RU"/>
              <a:t>Начальный экран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2BF1857F-0DA1-F525-7942-FF8AA60F2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6296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При нажатии пробела запускается игра и начинает играть музыка</a:t>
            </a:r>
          </a:p>
        </p:txBody>
      </p:sp>
      <p:pic>
        <p:nvPicPr>
          <p:cNvPr id="5" name="Объект 4" descr="Изображение выглядит как текст, снимок экрана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B335A5-900B-80BB-E932-FBA9FD82E92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483372" y="1491854"/>
            <a:ext cx="5220097" cy="36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5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4AD8F-4EA7-573C-B978-AE0C66F2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Основные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99696B-5B86-9B88-B52A-5D42058EE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latin typeface="Aptos"/>
              </a:rPr>
              <a:t>1.Сбор монет</a:t>
            </a:r>
            <a:endParaRPr lang="ru-RU"/>
          </a:p>
          <a:p>
            <a:pPr marL="0" indent="0">
              <a:buNone/>
            </a:pPr>
            <a:r>
              <a:rPr lang="ru-RU">
                <a:latin typeface="Aptos"/>
              </a:rPr>
              <a:t>2.Передвигающиеся враги, наносящие урон</a:t>
            </a:r>
            <a:endParaRPr lang="ru-RU"/>
          </a:p>
          <a:p>
            <a:pPr marL="0" indent="0">
              <a:buNone/>
            </a:pPr>
            <a:r>
              <a:rPr lang="ru-RU"/>
              <a:t>3.Стрельба по врагам</a:t>
            </a:r>
          </a:p>
        </p:txBody>
      </p:sp>
    </p:spTree>
    <p:extLst>
      <p:ext uri="{BB962C8B-B14F-4D97-AF65-F5344CB8AC3E}">
        <p14:creationId xmlns:p14="http://schemas.microsoft.com/office/powerpoint/2010/main" val="362167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C21C3-247E-EC73-6D3F-1C7A772E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Переход между уровнями осуществляется при сборе всех монет</a:t>
            </a:r>
          </a:p>
        </p:txBody>
      </p:sp>
      <p:pic>
        <p:nvPicPr>
          <p:cNvPr id="5" name="Объект 4" descr="Изображение выглядит как снимок экрана, текст, Прямоугольн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EAF04D-BCBC-6C5D-DEB3-FF693B0FC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0" y="2101800"/>
            <a:ext cx="6096000" cy="34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49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C466C-16EB-D170-7F3E-BF75CC97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Также если персонаж выпадает за границу карты появляется экран окончания игры с предложением начать заново</a:t>
            </a:r>
          </a:p>
        </p:txBody>
      </p:sp>
      <p:pic>
        <p:nvPicPr>
          <p:cNvPr id="6" name="Объект 5" descr="Изображение выглядит как текст, Шрифт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132BBB-B7DC-45CD-9420-A2850411F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165" y="1948246"/>
            <a:ext cx="5997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4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440DE-23FB-6D7A-F206-94E4C655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Если собрать все монеты на всех уровнях то на экране появляется экран победы и счёт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70FB4C0-518B-F6DE-9CA4-FFD70027F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3852" y="1825625"/>
            <a:ext cx="55642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935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8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ПЛАТФОРМЕР-ПРОЕКТ НА ARCADE</vt:lpstr>
      <vt:lpstr>Введение:</vt:lpstr>
      <vt:lpstr>Описание реализации</vt:lpstr>
      <vt:lpstr>Начальный экран</vt:lpstr>
      <vt:lpstr>Основные механики</vt:lpstr>
      <vt:lpstr>Переход между уровнями осуществляется при сборе всех монет</vt:lpstr>
      <vt:lpstr>Также если персонаж выпадает за границу карты появляется экран окончания игры с предложением начать заново</vt:lpstr>
      <vt:lpstr>Если собрать все монеты на всех уровнях то на экране появляется экран победы и счёт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2026-02-01T18:19:21Z</dcterms:created>
  <dcterms:modified xsi:type="dcterms:W3CDTF">2026-02-16T13:21:54Z</dcterms:modified>
</cp:coreProperties>
</file>